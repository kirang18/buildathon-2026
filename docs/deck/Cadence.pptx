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Cadence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An autonomous multi-channel SDR with a manager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Launch a campaign, watch agents work it, pause it in one click.</a:t>
            </a:r>
          </a:p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Live: buildathon-2026-production.up.railway.app</a:t>
            </a:r>
          </a:p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Tech Contingent x DronaHQ Inter Guild Buildathon 2026</a:t>
            </a:r>
          </a:p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Demo seller: Helix Agents (fictional). Every seeded record carries a DEMO chip.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How close is this to a real SDR working autonomously across channels?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Reps spend the day on research, copy and logging. Quality varies by rep and by day.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Nobody can answer why a message went out.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The brief: one integrated build. A control plane a manager operates, and agents that research, contact and follow up inside its campaigns.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Judges weigh multi-channel intelligence, DronaHQ usage, personalisation without hallucination, and end-to-end capability.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One SDR, not seven 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Five design rules, each with a visible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prospect record, one memory: a LinkedIn reply changes the next email.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planner owns channel choice.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policy gate before every send: ten ordered checks in plain code.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decision trace per action: prompt version, retrieved chunks, output, cost, gate result.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escalation path: the same object lands in the same inbox.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Agents never send. Every send passes the Guardian, then a channel adapter.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Manager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DronaHQ Apps Studio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82880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Cadence API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FastAPI + JWT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828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Postgres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pgvector + full-text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29184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Worker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SKIP LOCKED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329184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6F7EE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Guardian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gate, conflicts, grounding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29184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Channels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Gmail, Twilio, LinkedIn (rep-assisted), voice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4754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Direct agents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Qualifier, Sequencer, Writer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47548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RAG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hybrid retrieval, citations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47548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DronaHQ agents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Researcher, Responder, Caller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77440" y="224028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54880" y="224028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40480" y="265176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54880" y="370332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370332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40480" y="411480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54880" y="516636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869680" y="411480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5943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01D"/>
                </a:solidFill>
              </a:defRPr>
            </a:pPr>
            <a:r>
              <a:t>•  DronaHQ agents call our seven MCP tools. Callbacks carry a shared secret.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Six model-backed units and one deterministic supervisor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Qualifier (ICP Fitment)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361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fast model. Hard filters and the score are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2219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agent with web search, enrichment and MCP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346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Sequencer (Strategy and Follow-up)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9077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strong model. Code lists the legal channels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204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Writer (Personalisation)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935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strong model. Grounding check rejects unsourced claims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062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Responder (Conversation)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2793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agent. Opt-out and hard escalation rules run before any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Caller (Voice SDR)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9651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Voice with pre and post webhooks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6F7EE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Guardian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09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Plain code. No model can override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DronaHQ is core, and our code is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What runs 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Apps Studio: a native manager app with sign in, Command Center, campaigns, dashboard and kill switch, plus the full workspace embedded.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The Researcher and Responder are DronaHQ Agentic platform agents. The Caller uses DronaHQ Voice.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Our MCP server exposes seven tools to them: search_knowledge, get_timeline, save_research, propose_slots, book_meeting, create_escalation, set_classification.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Our own code: state machine, gate, conflict engine, RAG, channels, evals, prompt versioning, auth.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If a hosted agent is silent for 90 seconds, the step reruns on the direct provider and the feed says provider_fallback.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DronaHQ manager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Native Apps Studio screens on the live API (screens from a browser test against it)</a:t>
            </a:r>
          </a:p>
        </p:txBody>
      </p:sp>
      <p:pic>
        <p:nvPicPr>
          <p:cNvPr id="5" name="Picture 4" descr="dronahq_app_command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577840" cy="3136004"/>
          </a:xfrm>
          <a:prstGeom prst="rect">
            <a:avLst/>
          </a:prstGeom>
        </p:spPr>
      </p:pic>
      <p:pic>
        <p:nvPicPr>
          <p:cNvPr id="6" name="Picture 5" descr="dronahq_app_campaig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577840" cy="31360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206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Sign in, Command Center with Stop all, campaign list with pause and resume, campaign dashboard with a switch per agent, and the full workspace embedded.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policy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Ten ordered checks, one reason code each, idempotent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1 kill switch  2 campaign Live  3 agent on  4 channel on  5 not suppressed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6 claim held by this campaign  7 frequency (one touch per 48 hours, four in 14 days)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8 rep quota and active  9 campaign and channel daily caps  10 approval rule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Per-prospect advisory lock, quota locks and a unique idempotency key: a race sends exactly one message.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A Draft campaign refuses a real send attempt with campaign_not_live.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Campaigns run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Pausing one writes one row and leaves the others running</a:t>
            </a:r>
          </a:p>
        </p:txBody>
      </p:sp>
      <p:pic>
        <p:nvPicPr>
          <p:cNvPr id="5" name="Picture 4" descr="flow_pau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804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Three Live campaigns, one Draft.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The worker's claim query joins each job to its own campaign.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test_pause_isolation: pause C2, and within five seconds C1 and C3 keep writing activity while C2 writes none.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Same guarantees for the agent and channel switches.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Grounded, explainable personalisation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Every claim traces to a source, and a decision trace shows why</a:t>
            </a:r>
          </a:p>
        </p:txBody>
      </p:sp>
      <p:pic>
        <p:nvPicPr>
          <p:cNvPr id="5" name="Picture 4" descr="prospects_sam-okaf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804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Facts carry a source URL and a confidence.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Retrieval is campaign-scoped and hybrid.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Numbers must appear in their cited source. Banned phrases never pass.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Two grounding failures fall back to a generic-safe draft or a human.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Measured from the database, never typed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C1: 30 prospects, 15 contacted, reply rate 53%, meetings 2, cost per qualified lead $0.08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C2: 30 prospects, 11 contacted, reply rate 45%, meetings 1, cost per qualified lead $0.08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C3: 30 prospects, 14 contacted, reply rate 57%, meetings 2, cost per qualified lead $0.10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Golden sets, 15 seeded cases per agent, scored by the runner: C1 Writer v1 60% and v2 100%.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Built to fail cleanly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99 tests against a real Postgres: every gate check, conflict cases K1 to K9, the send race, pause isolation, stop levels.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LLM failure injection: invalid JSON, empty output, wrong schema, timeouts, 429s that wait as long as the provider asks. The Qualifier never qualifies on failure.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Webhook secrets, JWT roles, injection, CORS, rate limits, and a log scan for emails.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error envelope, structured logs, typed exceptions, secrets in the environment, ALLOWED_RECIPIENTS on every send.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What works, and what is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Sandbox is an approved state and the badge tells the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Working live: campaigns, lifecycle, gate, conflicts, prompts and replay, RAG, evals, approvals, reps, analytics, MCP, and Gmail end to end (send, reply, classify, book).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Partial: SMS (Twilio connected, first real text untested), voice (sandbox), and the hosted DronaHQ agents until they are switched on. Each falls back to sandbox or the direct provider.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LinkedIn is rep-assisted by design: a person sends each note. Golden sets are small and the live-model scores depend on the provider's rate limit.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Full list: docs/report/report.md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Judge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1. Sign in with a demo chip. Create a campaign from the C1 template. Try Activate and read the checklist.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2. Open Prompts on C3, edit the tone, save v3, and compare it with v2.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3. Pause a campaign and watch Agent Activity.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Live: buildathon-2026-production.up.railway.app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Repo: github.com/kiranG18/Buildathon-2026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